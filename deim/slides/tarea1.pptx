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DEIM · Andrés Vidal Martín Martín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DEIM · TAREA 1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PRÁCTICA EN P5.JS</a:t>
            </a:r>
            <a:endParaRPr lang="en-US" sz="34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Básicos de la programación: variables, operadores, condicionales, bucles y funciones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¿POR QUÉ P5.JS?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p5.js es una librería de JavaScript pensada para crear gráficos, animaciones e interacciones visuales.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2146808"/>
            <a:ext cx="8046720" cy="189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el pensamiento computacional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 que escribes se convierte en algo que ves.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respuesta visual inmediata convierte los conceptos abstractos en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visibles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herramienta ideal para practicar los fundamentos antes de pasar a Unity y C#.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TIENES QUE DEMOSTRAR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89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dominas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operadores, condicionales, bucles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funciones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sabes desarrollar un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funcional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resuelva un problema sencillo.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tu código es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ordenado y está comentado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explicando la lógica que sigues.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6544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038600"/>
            <a:ext cx="804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libertad en la finalidad del programa: se valora más el uso de las herramientas que el objetivo final.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ENTREGAS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estos apartados: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1882648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código.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principal.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cada concepto básico.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avanzados (opcional).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al sketch.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6544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7" name="Nota"/>
          <p:cNvSpPr txBox="1"/>
          <p:nvPr/>
        </p:nvSpPr>
        <p:spPr>
          <a:xfrm>
            <a:off x="548640" y="4038600"/>
            <a:ext cx="804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compartir el sketch: guárdalo (Ctrl+S) y usa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Share → Share Sketch and Allow Editing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enlace debe abrirse con un clic desde el PDF.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APROBAR · 5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 MÍNIMOS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CONCEPTOS BÁSICOS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nombres descriptivos.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aritméticos o lógicos.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</a:t>
            </a: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bucle </a:t>
            </a:r>
            <a:r>
              <a:rPr lang="en-US" sz="14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un bucle </a:t>
            </a:r>
            <a:r>
              <a:rPr lang="en-US" sz="14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</a:t>
            </a: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propia</a:t>
            </a: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· FUNCIONAMIENTO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resultados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coherentes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 lógica.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</a:t>
            </a: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y comentado</a:t>
            </a: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UN 9 O MÁS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MEJORA NO VISTA EN CLASE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todo lo anterior y añade al menos un elemento avanzado: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1882648"/>
            <a:ext cx="3840480" cy="242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extra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p5.sound, p5.collide2D, carga de JSON o imágenes…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separen lógica y dibujo.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arrays de objetos, listas dinámicas…</a:t>
            </a:r>
            <a:endParaRPr lang="en-US" sz="1600" dirty="0"/>
          </a:p>
        </p:txBody>
      </p:sp>
      <p:sp>
        <p:nvSpPr>
          <p:cNvPr id="6" name="Lista"/>
          <p:cNvSpPr txBox="1"/>
          <p:nvPr/>
        </p:nvSpPr>
        <p:spPr>
          <a:xfrm>
            <a:off x="4754880" y="1882648"/>
            <a:ext cx="3840480" cy="242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avanzada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menús, pantallas de inicio y fin, máquina de estados.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localStorage, archivos externos…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especialmente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creativo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que gestiona comportamientos inesperados.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UN 10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CLARIDAD Y EXPOSICIÓN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claro y estructurado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un buen uso del elemento avanzado.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expones oralmente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3 a 5 minutos más preguntas.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usar inteligencia artificial siempre que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demuestres que entiendes todo el código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REFERENCIA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VALORADO CON UN 9 O MÁS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sketch y fíjate en cómo está organizado y comentado:</a:t>
            </a:r>
            <a:endParaRPr lang="en-US" sz="1600" dirty="0"/>
          </a:p>
        </p:txBody>
      </p:sp>
      <p:sp>
        <p:nvSpPr>
          <p:cNvPr id="5" name="Fondo del código"/>
          <p:cNvSpPr/>
          <p:nvPr/>
        </p:nvSpPr>
        <p:spPr>
          <a:xfrm>
            <a:off x="548640" y="1882648"/>
            <a:ext cx="8046720" cy="478219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731520" y="1992376"/>
            <a:ext cx="7680960" cy="258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D7D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https://editor.p5js.org/AndresEducacion/sketches/qNR23NmQe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6544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8" name="Nota"/>
          <p:cNvSpPr txBox="1"/>
          <p:nvPr/>
        </p:nvSpPr>
        <p:spPr>
          <a:xfrm>
            <a:off x="548640" y="4038600"/>
            <a:ext cx="804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también el diseño del PDF: parte de una plantilla y elige un estilo que te represente. Nada de documentos en blanco y sin formato.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DEIM · Tarea 1 · Práctica en p5.js</dc:title>
  <dc:subject>PptxGenJS Presentation</dc:subject>
  <dc:creator>Andrés Vidal Martín Martín</dc:creator>
  <cp:lastModifiedBy>Andrés Vidal Martín Martín</cp:lastModifiedBy>
  <cp:revision>1</cp:revision>
  <dcterms:created xsi:type="dcterms:W3CDTF">2026-10-24T01:55:09Z</dcterms:created>
  <dcterms:modified xsi:type="dcterms:W3CDTF">2026-10-24T01:55:09Z</dcterms:modified>
</cp:coreProperties>
</file>